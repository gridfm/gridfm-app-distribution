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11d9eb8-4d7b-653b-f8e3-11a1ff551f40}">
          <p14:sldIdLst>
            <p14:sldId id="256"/>
            <p14:sldId id="257"/>
          </p14:sldIdLst>
        </p14:section>
        <p14:section name="1. Repository overview and purpose" id="{5790af30-d3cf-6db3-c53b-2ccb7627d042}">
          <p14:sldIdLst>
            <p14:sldId id="258"/>
            <p14:sldId id="259"/>
            <p14:sldId id="260"/>
            <p14:sldId id="261"/>
          </p14:sldIdLst>
        </p14:section>
        <p14:section name="2. Input data structure" id="{a4736c65-ccec-7ede-e341-7ef6d45dc3b7}">
          <p14:sldIdLst>
            <p14:sldId id="262"/>
            <p14:sldId id="263"/>
            <p14:sldId id="264"/>
          </p14:sldIdLst>
        </p14:section>
        <p14:section name="3. Data generation kit" id="{32fecce4-d080-1840-687a-27fd5629c891}">
          <p14:sldIdLst>
            <p14:sldId id="265"/>
            <p14:sldId id="266"/>
            <p14:sldId id="267"/>
          </p14:sldIdLst>
        </p14:section>
        <p14:section name="4. Data loading and normalisation" id="{76fbb12e-d67f-21d0-af59-689661a9e6ea}">
          <p14:sldIdLst>
            <p14:sldId id="268"/>
            <p14:sldId id="269"/>
            <p14:sldId id="270"/>
          </p14:sldIdLst>
        </p14:section>
        <p14:section name="5. Model architecture" id="{a531fa40-744c-33e6-d105-63c48471a9f8}">
          <p14:sldIdLst>
            <p14:sldId id="271"/>
            <p14:sldId id="272"/>
            <p14:sldId id="273"/>
          </p14:sldIdLst>
        </p14:section>
        <p14:section name="6. VLD reconstruction task" id="{1e187bdd-74d9-3512-b2d9-ebf029f3eca6}">
          <p14:sldIdLst>
            <p14:sldId id="274"/>
            <p14:sldId id="275"/>
            <p14:sldId id="276"/>
          </p14:sldIdLst>
        </p14:section>
        <p14:section name="7. VLD loss function" id="{726e2f60-8111-3954-0242-a5dc57cb252e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8. Model evaluation" id="{55a796db-1d8e-9a6d-5f58-182bc0410b35}">
          <p14:sldIdLst>
            <p14:sldId id="283"/>
            <p14:sldId id="284"/>
            <p14:sldId id="285"/>
          </p14:sldIdLst>
        </p14:section>
        <p14:section name="9. Roadmap" id="{c7fb81a9-beb0-ae2d-a2ca-9a41b659c2a0}">
          <p14:sldIdLst>
            <p14:sldId id="286"/>
            <p14:sldId id="287"/>
          </p14:sldIdLst>
        </p14:section>
        <p14:section name="10. Google Colab hands-on tutorial" id="{429ac950-d2cf-c277-8204-525cc5de54b3}">
          <p14:sldIdLst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a new user from a clean machine to an evaluated VLD model, and ends with a hands-on Colab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roadmap items were drafted from the paper's conclusion and the current state of the code; replace with the maintainers'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gridfm-app-distribution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gridfm-app-distribution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Install, use and evaluate a grid foundation model for voltage-loss detection in distribution networks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New-user tutorial · INESC TEC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github.com/gridfm/gridfm-app-distribution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81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Repository overview and purpose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41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Input data structure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 generation kit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61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3616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 loading and normalisation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321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321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 architecture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481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VLD reconstruction task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7920" y="233172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2441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441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VLD loss function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7920" y="329184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 evaluation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0" y="4251960"/>
            <a:ext cx="548640" cy="54864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4361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3616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Roadmap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17920" y="5212080"/>
            <a:ext cx="548640" cy="54864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5321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321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Google Colab hands-on tutorial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Repository overview and purpose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What the package is, what it ships, and how to install 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foundation model for distribution networks, with a detection task on top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gridfm-app-distribution trains, fine-tunes and predicts a grid foundation model (GridFM) specialised for electricity distribution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Graph transformer over a heterogeneous grid graph: bus and generator nodes, branch edges, physics feedback at every layer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 tasks carried over from gridfm-graphkit: power flow, optimal power flow, state estimation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Distribution task added here: Voltage Loss Detection (VLD) — which buses lose supply after a contingency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command-line applications in one repository: the model (gridfm_app_dist) and the data generator (contingency_data_gen)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37160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554480"/>
            <a:ext cx="365760" cy="36576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35240" y="1554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gridfm_app_dist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057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train · finetune · evaluate · predict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Lightning + MLflow, YAML-configured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292608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3108960"/>
            <a:ext cx="365760" cy="36576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31089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contingency_data_gen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pandapower networks → N-k contingencies → datakit parquet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448056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4663440"/>
            <a:ext cx="365760" cy="365760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4663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examples / docs / tests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5166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scenario config, Colab tutorial, mkdocs site, pytest suite with a tiny dummy model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Repository layout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223760" cy="3566160"/>
          </a:xfrm>
          <a:prstGeom prst="roundRect">
            <a:avLst>
              <a:gd name="adj" fmla="val 2051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6949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gridfm-app-distribution/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gridfm_app_dist/         model application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datasets/            parquet → HeteroData, masks, normalisers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              GNS_heterogeneous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tasks/               Lightning tasks: pf, opf, se, vld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training/            losses (VLDTopologyLoss), callbacks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io/                  configs, registries, vld_evaluation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cli.py, __main__.py  train | finetune | evaluate | predict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contingency_data_gen/    data application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generation/          scenarios, extractors, parquet writer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netlib/              YAML network builder, std types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configs/             job configs, networks, netbuilder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__main__.py          contingency_data_gen --config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examples/                scenario config, tutorial_vld/, datakit/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             mkdocs site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                   pytest suite, tiny dummy model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46304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Everything is registered by name (losses, tasks, models, transforms), so a YAML config selects the pieces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applications install from the same pyproject.toml and expose console scripts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Generated data lives in data/ (git-ignored); runs in mlruns/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Installation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498080" cy="3840480"/>
          </a:xfrm>
          <a:prstGeom prst="roundRect">
            <a:avLst>
              <a:gd name="adj" fmla="val 1905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223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3.10 – 3.12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 &amp;&amp; source .venv/bin/activate     # Windows: .venv\Scripts\activate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gridfm-app-distribution                   # or, for development: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https://github.com/gridfm/gridfm-app-distribution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".[dev,test]"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torch-scatter must match your torch / CUDA 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TORCH=$(python -c "import torch;print(torch.__version__+('+cpu' if torch.version.cuda is None else ''))")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torch-scatter -f https://data.pyg.org/whl/torch-$TORCH.html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gridfm_app_dist --help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contingency_data_gen --list-configs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412480" y="13258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508760"/>
            <a:ext cx="365760" cy="36576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9828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Dependencies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2011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torch, torch-geometric, lightning, mlflow, pandas/pyarrow, scikit-learn, pandapower (data kit)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0" y="333756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3520440"/>
            <a:ext cx="365760" cy="36576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9828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Only manual step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40233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torch-scatter is a compiled PyG wheel; the index URL must match torch and CUDA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four CLI commands: train · finetune · evaluate · predict — all take --config &lt;yaml&gt; --data_path &lt;dir&gt; and log to MLflow (--log_dir).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Input data structure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What the model reads, column by column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folder per network, three partitioned parquet tables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data/&lt;network&gt;/raw/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bus_data.parquet/     scenario_partition=0/  batch_*.parquet   (one row per bus per scenario)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branch_data.parquet/  scenario_partition=0/  ...               (one row per branch)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gen_data.parquet/     scenario_partition=0/  ...               (one row per generator; may be absent)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scenario_partition = scenario // n_scenario_per_partition  (Hive partitioning, read back as one frame)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420624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VLD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bus_data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scenario, bus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Qd Pg Qg Vm Va, PQ/PV/REF, Vm limits, GS BS, vn_kv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BUS_BASE_STATUS, BUS_CONTINGENCY, BUS_STATUS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scenario, from_bus, to_bus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 qf pt qt, Y-matrix entries, tap, angle limits, rate_a, br_status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BRANCH_BASE_STATUS, BRANCH_CONTINGENCY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scenario, gen, bus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p_mw, limits, cost coefficients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(inactive generators are removed)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network with only an external grid (e.g. case33bw) has no generator table; the loader builds an empty gen node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tables become tensors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8229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(indices in datasets/globals.py)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Qd Qg Vm Va · PQ PV REF · Vm min/max · Qg min/max · GS BS · vn_kv · BUS_BASE_STATUS · BUS_CONT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edge_attr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Q · Yff/Yft real+imag · tap · angle min/max · rate_a · B_ON · BRANCH_BASE_STATUS · BRANCH_CONT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· Pg min/max · c0 c1 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y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Qd Qg Vm Va · BUS_STATUS · 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output (VLD)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Va Pg Qg · status_logit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891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4572000"/>
            <a:ext cx="365760" cy="36576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34440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four VLD inputs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Base status and contingency flags on buses and branches. Base status = pre-contingency topology; contingency = what this scenario removes. The loss rebuilds reachability from exactly these.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43891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4572000"/>
            <a:ext cx="365760" cy="36576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VLD target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BUS_STATUS: 1 energised, 0 de-energised after the contingency, from the power-flow solver. Vm is 0 on de-energised buses.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3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generation kit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contingency_data_gen: from a network model to training parquet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a network to N-k contingency scenarios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3F5F8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Network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Excel workbook, YAML (netlib builder), MATPOWER file, or a pandapower.networks factory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27248" y="224028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630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4592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Enumerate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N-1 … N-k combinations of bus and branch outages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61888" y="224028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630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F3F5F8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Solve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post-contingency power flow per scenario, in parallel worker batches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96528" y="224028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4630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64592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Write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datakit parquet, partitioned by scenario, plus summary and validation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workbook (three import methods)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network_file_path: networks/case33radial.xlsx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definition built by netlib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builtin_network: netbuilder/urban_LV.yaml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MATPOWER .m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builtin_network: networks/&lt;case&gt;.m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pandapower.networks 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builtin_network: case33bw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YAML, one command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examples/tutorial_vld/configs/tutorial_datagen.yaml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flag: null                 # pandapower.networks factory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max_n_level: 2             # N-1 and N-2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max_size: 200              # max memory per worker batch (MB)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n_scenario_per_partition: 200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run_summary: true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run_validation: true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tutorial_case33bw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builtin_network: case33bw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output_dir: data/tutorial_case33bw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20840" y="14173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contingency_data_gen --list-configs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contingency_data_gen --config tutorial_datagen.yaml --dry-run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contingency_data_gen --config tutorial_datagen.yaml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contingency_data_gen --config data_gen_1.yaml --only case33radial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then, with the same folder: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gridfm_app_dist train --config scenario.yaml --data_path data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38404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Relative network paths resolve against the config folder, then the package configs/ (networks/, netbuilder/)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output_dir resolves against the working directory: data/&lt;name&gt; is what --data_path data expects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Worker count follows SLURM_CPUS_PER_TASK (default 8)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Validation checks column completeness, scenario alignment and admittance consistency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4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loading and normalisation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Parquet → heterogeneous graphs → per-unit tensors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loading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73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HeteroGridDatasetDisk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554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raw/ once, builds one HeteroData per scenario, caches to processed/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2331720"/>
            <a:ext cx="365760" cy="22860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603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Task transforms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697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RemoveInactiveBranchesKeepTopology · RemoveInactiveGenerators · AddVLDHeteroMask · ApplyMasking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3474720"/>
            <a:ext cx="365760" cy="22860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033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LitGridHeteroDataModule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840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/ val / test split by scenario (val_ratio, test_ratio), loaders, split JSON saved to the run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4617720"/>
            <a:ext cx="365760" cy="22860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8463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HeteroDataMVANormalizer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983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on the training scenarios only; stats saved as normalizer_stats.pt and reused at predict time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Normalisation: powers are divided by a baseMVA taken as the 95th percentile of non-zero power values in the training data (falls back to data.baseMVA); voltages stay in p.u.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VLD mask hides, and what it keeps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377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/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(to be reconstructed)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Vm, 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Va, Qg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type flags, Pd Qd, shunts,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Vm, Qg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BUS_BASE_STATUS, BUS_CONT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limits, Qg limits, vn_kv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limits, cost coefficients; Pg of REF-connected generators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of other generators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 Q 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admittances, ratings, B_ON, BRANCH_BASE_STATUS, BRANCH_CONT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21040" y="1554480"/>
            <a:ext cx="365760" cy="36576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239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topology stays visible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057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status and contingency flags are the question the model is asked; masking them would remove the problem statement.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3657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3840480"/>
            <a:ext cx="365760" cy="36576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23960" y="3840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the physics mask stays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343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same PF-style mask keeps the physics decoder well-posed: Vm/Va reconstruction plus Pg/Qg completion per bus type.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5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Model architecture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GNS_heterogeneous: a graph transformer with physics feedback and a status head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GNS_heterogeneous in one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260604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Inputs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 x [17] · gen x [6]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branch edge_attr [13]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mask dicts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63824" y="2377440"/>
            <a:ext cx="219456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63040"/>
            <a:ext cx="2606040" cy="50292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Encoders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linear projections to hidden_size per node type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2377440"/>
            <a:ext cx="219456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2606040" cy="50292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 × layer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HeteroConv of TransformerConv 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bus–bus, gen→bus, bus→gen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physics residual (P,Q mismatch → MLP → gated add)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3104" y="2377440"/>
            <a:ext cx="219456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1463040"/>
            <a:ext cx="2606040" cy="502920"/>
          </a:xfrm>
          <a:prstGeom prst="rect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Heads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bus: Vm Va (+ Pg Qg via physics decoder)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gen: 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 status logit (VLD)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7132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head_mode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d_model split across heads (stream width = hidden_size); concat is the legacy, much wider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norm_position / residual_mode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/ always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pre-norm transformer blocks, residual at every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physics_gate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per-layer LayerScale gate on the physics correction; starts as a no-op (gate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topology_gating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message_mask drops unavailable branches before message passing (opt-in)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Configuring the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GNS_heterogeneous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hidden_size: 128          # 32 for the tutorial /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attention_head: 8         # 2 for the tutorial /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num_layers: 24            # 2 for the tutorial /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dropout: 0.1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input_bus_dim: 17         # fixed by the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edge_dim: 13              # fixed by the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input_gen_dim: 6          # fixed by the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output_bus_dim: 5         # Vm Va Pg Qg + status logit (VLD)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output_gen_dim: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37160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Depth matters for VLD: reachability after a contingency must be representable in num_layers message-passing hops (or use topology_gating: message_mask)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physics residual gives every layer the nodal P/Q mismatch of its current voltage estimate — a feedback loop, not a post-hoc check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Base tasks emit 6 bus outputs (…, Pd, Qd); VLD emits 5 with the status logit at column 4. Code guards on the output width so the logit is never read as a load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tests ship a 32 / 2 / 2 dummy (~0.2 M parameters); the paper model is 128 / 8 / 24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6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VLD reconstruction task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VoltageLossDetectionTask: training step, test metrics, prediction export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task does at each stage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training_step / validation_step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44475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forward → MixedLoss (VLDTopologyLoss, optionally with MaskedMSE and PBE) → every VLD metric logged per epoch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786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test_step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54203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forward; classifies with the threshold the loss derived; adds OFF Vm MAE and ON Vm RMSE; writes &lt;net&gt;_vld_predictions.csv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758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on_test_end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63931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io.vld_evaluation on the collected predictions → figures, metrics.json, summary.md, logged to MLflow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97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73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predict_step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73659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exports scenario, bus, vm_pred, vm_true, status_prob, status_pred, status_true, threshold → parquet; evaluation runs automatically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decision threshold is never a config value: VLDTopologyLoss.decision_threshold() returns 1 / (1 + w_off) from its checkpointed EMA buffer, and the task applies it at test and predict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training config for the VLD task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852160" cy="5029200"/>
          </a:xfrm>
          <a:prstGeom prst="roundRect">
            <a:avLst>
              <a:gd name="adj" fmla="val 1455"/>
            </a:avLst>
          </a:prstGeom>
          <a:solidFill>
            <a:srgbClr val="F3F5F8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5577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losses: ["MaskedMSE", "PBE", "VLDTopologyLoss"]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loss_weights: [0.05, 0.15, 0.80]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loss_args: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topology_weight: 1.0          # lambda_reach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target_anchor_weight: 0.5     # lambda_anc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off_vm_weight: 1.0            # lambda_off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on_vm_weight: 0.5             # lambda_on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unreachable_l1_weight: 1.0    # lambda_1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unreachable_pos_weight: auto  # w_off = n_on / n_off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max_pos_weight: 10.0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pos_weight_momentum: 0.99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reachability_sources: ref     # or ref_and_gen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input_state_threshold: 0.5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topology_confidence_gamma: 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task_name: VoltageLossDetection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n_boot: 1000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371600"/>
            <a:ext cx="4937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Losses, weights and loss_args are aligned lists; MixedLoss sums the weighted terms and passes every other metric through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 the VLD task the best state dict is selected on Validation VLD Balanced Accuracy, not on the total loss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Everything a checkpoint needs is saved under the MLflow run: model/best_model_state_dict.pt, stats/normalizer_stats.pt, stats/&lt;net&gt;_scenario_splits.json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PBE on de-energised buses: confirm loads are zeroed in the data, or mask/lower PBE, otherwise it fights the voltage collapse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7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VLD loss function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Reachability, two BCE terms, two voltage terms, and a derived threshold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formulation at a glance</a:t>
            </a:r>
            <a:endParaRPr lang="en-US" sz="3000" dirty="0"/>
          </a:p>
        </p:txBody>
      </p:sp>
      <p:pic>
        <p:nvPicPr>
          <p:cNvPr id="3" name="Image 0" descr="loss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terms, one objective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32918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per-bus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L_reach (topology BCE)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logit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y_reach from a BFS over available buses and branches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= w_off on de-energised buses, 1 otherwise; 0 on conflict buses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L_anc (anchor BCE)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logit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y_target from the solver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 = w_off on label-0 buses, 1 otherwise; w_off on conflict buses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L_off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V̂ →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 with y_reach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V̂² + λ₁ |V̂|  (constant pull closes the last millivolts)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L_on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V̂ →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 with y_reach =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= sg(p̂): the model's own confidence, stop-gradient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L_VLD = λ_reach L_reach + λ_anc L_anc + λ_off L_off + λ_on L_on,   each term a weighted mean, so the λ compare like with like.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Gradient on the logit (eq. 19):  ∂L/∂z = a (p̂ − y_reach) + b (p̂ − y_target),  a = λ_reach ω / Σω,  b = λ_anc ν / Σν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Stationary point (eq. 20):  p̂* = (a y_reach + b y_target) / (a + b) — the label itself wherever the two labels agree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voltage terms never reach z: the status head is trained only by the two BCE terms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Class balance and the derived decision threshold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54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weight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De-energised buses are the minority. w_off = n_on / n_off (EMA-smoothed across batches, clamped by max_pos_weight) gives them the same total gradient as the majority.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4023360"/>
            <a:ext cx="365760" cy="36576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4023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side effect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262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BCE weighted by w on the 0-class is minimised at  p̂ = q / (q + w (1 − q)),  not at the true posterior q. At a fixed 0.5 threshold a bus is called energised only when q ≥ w/(1+w): systematic over-prediction of outages.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143A6B"/>
          </a:solidFill>
          <a:ln w="12700">
            <a:solidFill>
              <a:srgbClr val="14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θ = 1 / (1 + w_off)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restores the boundary q = 0.5, follows w_off during training, is reported as VLD Decision Threshold, stored in the loss's EMA buffer with the checkpoint, and applied by the task at test and predict time.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480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Not a tuning parameter. A hard-coded 0.5 (or 0.9) anywhere in an inference path re-introduces the bias toward de-energisation — the evaluator checks for exactly this.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When the two labels disagree: the label wins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Conflict set C = { i : y_reach ≠ y_target } — the BFS misses a path the solver found, or vice versa (source assumptions, mis-flagged branches)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Original formulation: w_off sat on whichever term said 0, so every conflict was resolved toward de-energised; labelled-energised buses were learned as outages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rule on C:  ω ← 0  and  ν ← w_off.  The topology term vanishes and the anchor carries the minority-class weight in both directions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Stationary point on a conflict bus: p̂* = y_target, whether 0 or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voltage terms stay keyed on y_reach: the status head follows the data, the voltage head follows the physical topology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640080"/>
                <a:gridCol w="640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p̂*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agree, on (1,1)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agree, off (0,0)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(reach 0, label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(reach 1, label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3840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Watch: VLD Topo-vs-Target Disagreement and the two VLD Conflict Rate metrics on the validation curves.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Tuning: what each parameter moves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5760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change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topology_weight (λ_reach)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at 1; it is the reference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target_anchor_weight (λ_anc)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if conflict buses learn slowly or Target Accuracy lags Topology Accuracy (0.25 → 0.5 → 1.0)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off_vm_weight (λ_off)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∂L/∂V̂ on off buses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if de-energised Vm MAE plateaus; lower if On Vm Loss deteriorates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on_vm_weight (λ_on)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∂L/∂V̂ on on buses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below λ_off; energised buses also get MaskedMSE / PBE supervision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unreachable_l1_weight (λ₁)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pull near V̂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to 0.25–0.5 if off-bus voltages oscillate around 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unreachable_pos_weight / max_pos_weight / pos_weight_momentum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w_off and 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auto; cap ~10 (50 lets one rare bus take ~9 % of a batch gradient); momentum 0.99 keeps θ stable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reachability_sources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seeds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 for DG that trips on loss of mains; ref_and_gen only for grid-forming DG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topology_confidence_gamma (γ)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on islanded buses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0; down-weighting islanded buses works against the objective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Suggested sweep: target_anchor_weight ∈ {0.25, 0.5, 1.0} × on_vm_weight ∈ {0.25, 0.5}, selected on validation VLD Balanced Accuracy. Full reference: docs/applications/VLD_loss_parameters.md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8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Model evaluation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io.vld_evaluation: the model's predictions at its own threshold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evaluator produces, automatically</a:t>
            </a:r>
            <a:endParaRPr lang="en-US" sz="3000" dirty="0"/>
          </a:p>
        </p:txBody>
      </p:sp>
      <p:pic>
        <p:nvPicPr>
          <p:cNvPr id="3" name="Image 0" descr="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017520" cy="2816352"/>
          </a:xfrm>
          <a:prstGeom prst="rect">
            <a:avLst/>
          </a:prstGeom>
        </p:spPr>
      </p:pic>
      <p:pic>
        <p:nvPicPr>
          <p:cNvPr id="4" name="Image 1" descr="probability_sepa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25880"/>
            <a:ext cx="4434840" cy="2816352"/>
          </a:xfrm>
          <a:prstGeom prst="rect">
            <a:avLst/>
          </a:prstGeom>
        </p:spPr>
      </p:pic>
      <p:pic>
        <p:nvPicPr>
          <p:cNvPr id="5" name="Image 2" descr="reliabi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25880"/>
            <a:ext cx="2990088" cy="2816352"/>
          </a:xfrm>
          <a:prstGeom prst="rect">
            <a:avLst/>
          </a:prstGeom>
        </p:spPr>
      </p:pic>
      <p:pic>
        <p:nvPicPr>
          <p:cNvPr id="6" name="Image 3" descr="per_b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97680"/>
            <a:ext cx="6400800" cy="237744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4114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Example output on synthetic predictions (not a trained model)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7223760" y="42976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Runs after every train / finetune / evaluate test pass and after predict (--no-evaluate or evaluation.enabled: false to skip)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Writes confusion_matrix, roc_pr, probability_separation, reliability, scenario_errors, per_bus, voltage_status, plus metrics.json and summary.md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Logs every scalar as eval/&lt;name&gt; to MLflow with the figures as artifacts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Standalone:  python -m gridfm_app_dist.io.vld_evaluation preds.parquet --outdir figs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Reading the report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mirrors (loss / task)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balanced_accuracy, mcc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VLD Target / Balanced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headline; balanced accuracy is the one to select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off_recall / off_precision / off_f1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VLD Off Recall / Precision /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 detection rate and its purity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VLD On 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false-de-energisation rate — the metric that exposes a bias toward outages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mean_prob_label_on / _off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VLD Mean Prob (reachable &amp; label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in the shifted sense; near 1/(1+w_off) on label-1 buses means the class weight is pulling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roc_auc, ap_deenergised, brier, ece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threshold-free quality; AP on the minority class moves when the detector improves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vm_mae_true_off, vm_rmse_true_on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Vm MAE, ON Vm 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head on each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status_pred_threshold_mismatch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0: exported hard predictions were made with the derived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scenario_* and *_ci95_*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exact-match and per-scenario errors; cluster-bootstrap 95 % intervals over scenarios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Diagnosing a bias toward de-energisation: on_recall low → check VLD Off Class Weight (clamp binding?) → Conflict Rate (reach 0, label 1) (BFS missing paths?) → target_anchor_weight.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9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Roadmap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Draft — to be confirmed by the maintainers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Roadmap (draft)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640080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Reproduce paper results with the refactored loss (label-wins, derived threshold)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Release a pre-trained 33-bus checkpoint with the Colab tutorial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PyPI release with the data kit; docs site published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371600"/>
            <a:ext cx="3566160" cy="64008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feeders: meshed networks, European LV, IEEE-342; multiple load scenarios per topology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Grid-forming DG and intentional islanding (reachability_sources: ref_and_gen validated)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PBE masking on de-energised buses; joint-loss pre-training then VLD fine-tuning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371600"/>
            <a:ext cx="3566160" cy="640080"/>
          </a:xfrm>
          <a:prstGeom prst="rect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Later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Benchmark suite and reference metrics per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Unknown-topology variants: topology_gating, learned switch states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Integration with reliability-assessment workflows (customer-interruption indices)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10 / 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Google Colab hands-on tutorial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examples/tutorial_vld/Tutorial_vld_colab.ipynb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you will do in the next hour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Setup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clone + pip install from GitHub, matching torch-scatter wheel (T4 runtime)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27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72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Generate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contingency_data_gen on pandapower's case33bw, N-1 and N-2; inspect the parquet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828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73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Derive the loss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12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five-bus example through the real VLDTopologyLoss: BFS labels, w_off, gradients, stationary point, threshold, conflict rule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6276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Tune it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vary target_anchor_weight and on_vm_weight and watch the per-bus gradients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227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172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 a dummy model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gridfm_app_dist train, 32 / 2 / 2 for 6 epochs; read the four loss terms, class weight and threshold curves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4572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828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4773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Pre-trained inference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5212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gridfm_app_dist predict with the shipped checkpoint; read the automatic evaluation report; inspect one scenario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Open examples/tutorial_vld/Tutorial_vld_colab.ipynb in Colab → Runtime → T4 GPU → run top to bottom. Everything is computed live; nothing is pre-baked.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Let's build one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github.com/gridfm/gridfm-app-distribution → examples/tutorial_vld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Paper: Topology-Aware Graph Transformers for detecting voltage loss after distribution network failures (Kisuule, Bessa, Hernando-Gil)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Docs: install · CLI · YAML · applications (VLD task, loss parameters, data generation)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FM VLD">
  <a:themeElements>
    <a:clrScheme name="GridFM VLD">
      <a:dk1>
        <a:srgbClr val="1A1A1A"/>
      </a:dk1>
      <a:lt1>
        <a:srgbClr val="FFFFFF"/>
      </a:lt1>
      <a:dk2>
        <a:srgbClr val="143A6B"/>
      </a:dk2>
      <a:lt2>
        <a:srgbClr val="EEF2F7"/>
      </a:lt2>
      <a:accent1>
        <a:srgbClr val="1F5FA8"/>
      </a:accent1>
      <a:accent2>
        <a:srgbClr val="D9731A"/>
      </a:accent2>
      <a:accent3>
        <a:srgbClr val="7B3FA0"/>
      </a:accent3>
      <a:accent4>
        <a:srgbClr val="6B7280"/>
      </a:accent4>
      <a:accent5>
        <a:srgbClr val="2E8B57"/>
      </a:accent5>
      <a:accent6>
        <a:srgbClr val="B91C1C"/>
      </a:accent6>
      <a:hlink>
        <a:srgbClr val="1F5FA8"/>
      </a:hlink>
      <a:folHlink>
        <a:srgbClr val="7B3FA0"/>
      </a:folHlink>
    </a:clrScheme>
    <a:fontScheme name="GridFM V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gridfm-app-distribution: install, use, evaluate</dc:title>
  <dc:subject>PptxGenJS Presentation</dc:subject>
  <dc:creator>INESC TEC</dc:creator>
  <cp:lastModifiedBy>INESC TEC</cp:lastModifiedBy>
  <cp:revision>1</cp:revision>
  <dcterms:created xsi:type="dcterms:W3CDTF">2026-10-19T11:22:47Z</dcterms:created>
  <dcterms:modified xsi:type="dcterms:W3CDTF">2026-10-19T11:22:47Z</dcterms:modified>
</cp:coreProperties>
</file>